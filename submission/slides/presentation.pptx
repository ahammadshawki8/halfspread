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340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F525-2810-4DB0-A12B-6577490A292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90CCE-5E6A-43A4-B815-95DFF7052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2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390CCE-5E6A-43A4-B815-95DFF7052B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8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6260-1518-091F-998A-4CD188775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175EA-C764-A152-443E-46849C840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94E26-BFA0-45DC-66DE-8E5D9A7C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E0764-9613-6CDD-19E7-67B8B0B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FC0DF-8571-5798-A164-5F9C53DC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52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96C2-E301-54FC-D719-FDC3597B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269F-B828-BB98-4B29-CE90DEA2A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7B153-ACB5-F434-3C4D-BB44B74B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67B10-8BB5-8A3E-0941-032A20CB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010E-5859-7A0E-91DA-3759954C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6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2206-6836-77FA-4058-C6CA4D76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3B7AD-1859-8BC7-6918-6F80FED1D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92A6B-8604-048A-E1A0-2A289121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63CEA-E64E-D5C9-972A-E7E87BE9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65151-5010-45B7-4FB1-4B795FA7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1D07-06F9-29FF-A118-A35C2F3C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39514-EA7F-8F99-69E3-AFB444626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D8469-E2CF-BF17-6FDC-FEC3B39C6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EC88D-4316-86CB-1AF2-981E7469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C83BD-703B-BBEE-BEF2-50B08D64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31524-3D58-6DCE-637F-D5983CA6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3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1148-8B50-2903-AEA5-BA3C64EC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71448-4E7F-E45B-375D-745CDA2AE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B1525-390C-7CED-E44C-47EC9F7A2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1FDD1-BE75-75E9-A0A3-C8357F137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5FEFE-6A0F-45CC-8C72-1A3C5033D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387B1-A2BD-9796-568B-402C16AD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79C9A-3463-07A2-3934-529AAE2D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5D802-B563-22A1-4C28-AF702ACE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4C3C-1699-2610-EC3F-4DA6298A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E3BFBC-0559-1577-B00F-59EDDE45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E5797-96D2-E2E0-0768-4FFFC547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E0309-FA92-329A-DF23-8886D3D9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1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FFE14-BB21-972E-979B-447E807A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5889E-B3FE-D714-7B36-08AFF54B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DA4AC-4C7A-10AF-C319-F08B2A19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3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739D-91FC-D872-2682-96D79361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649E7-8511-8003-651F-64C9FA19C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78EB9-E8EF-D972-425E-A14D37750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0F6D2-A4CA-A5AA-04F4-759A1738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5A2A6-AD37-E26F-50E3-ABED69B9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6C7F5-EBF5-7884-24E5-7F2CCA4B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1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4625-EABB-8EB1-C2F0-047C560E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3D48A-6829-6E84-D4FF-12EFFB585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471A8-A88F-A37E-4A62-61BDD1F97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8F20F-0A97-E9CD-2BCA-C9CF60E8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D8B97-4DAD-8EFB-DF2C-A43602F9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DF47E-BFD3-1E3B-1EEA-5BC335C0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9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21A4-4385-C3D6-22E1-AEDB4DC6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49DB1-59C1-D7C0-CE94-735C20D23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4844E-C6F8-6C8A-A606-A806B90F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505E-9DB0-29F3-E40C-C2EE551E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DC158-0B6C-E848-26C9-0439A14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4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2A1C8-F0F6-598A-872C-3D4E67935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0DAB0-BE32-C7FC-37DE-9AD3A6223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6BA4-378F-F890-B7DC-C2DCD14E8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929D9-A234-A723-AC0F-692190B14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277C1-978E-43E4-8058-598F521B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6443B-D830-25AF-3F83-281561BA6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4FFF8-E226-0C7D-4D99-88EA8AFA7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1B06-79D2-E245-C678-0A06B4AEF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4AAD2-9A3B-43DA-A067-8BB6573D8EC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9778-394A-9384-5BC8-85C2AFB4C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D9440-B91F-C9D3-9384-C663B26F2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148E9-6B5B-4E39-938D-1FD6EE2F0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7E559-3E03-FF05-B91F-2E75FFDE7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AFB90-2EA7-A7BD-C63E-9389BD609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6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E17CA-7C69-BD54-283D-AE9F986C2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0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B3991-A683-3062-26FC-D4C5847D0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8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1BCA9-027D-3D86-D482-F18A0A552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8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0C11B-CADD-580E-B5C7-A18510FEA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0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81B09-B1CF-242B-866E-629D2CAF7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8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B2A80-A074-F5D5-1E27-13FCCBBF9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4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B3655-1C85-8DEF-E120-C1B9DBAB3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6432C-1F59-D7D5-AB94-F77FD46BE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8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8E948-301B-5545-58DA-91416C775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2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FF620-1B46-CF8B-98D0-9EC2ACA25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3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7F7FB-0BB1-5587-EB88-6D80405DB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5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BD81F-338A-C7C8-5560-24D6B2151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38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D9CFB-AFE7-6549-954C-F740716F1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</Words>
  <Application>Microsoft Office PowerPoint</Application>
  <PresentationFormat>Widescreen</PresentationFormat>
  <Paragraphs>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2305067 - Ahammad Shawki</dc:creator>
  <cp:lastModifiedBy>2305067 - Ahammad Shawki</cp:lastModifiedBy>
  <cp:revision>1</cp:revision>
  <dcterms:created xsi:type="dcterms:W3CDTF">2026-09-03T21:39:15Z</dcterms:created>
  <dcterms:modified xsi:type="dcterms:W3CDTF">2026-09-03T21:47:05Z</dcterms:modified>
</cp:coreProperties>
</file>